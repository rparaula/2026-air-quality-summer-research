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f79c60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f79c60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f79c608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f79c608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f79c60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f79c60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f79c608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f79c60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8f79c608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8f79c60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f79c608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f79c608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ata.gov" TargetMode="External"/><Relationship Id="rId4" Type="http://schemas.openxmlformats.org/officeDocument/2006/relationships/hyperlink" Target="http://data.gov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Preprocessing: Nicholas Anderson &amp; Dipta Chandra Paul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 a two pass external merge-join to sort data and add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pass creates </a:t>
            </a:r>
            <a:r>
              <a:rPr lang="en"/>
              <a:t>stored</a:t>
            </a:r>
            <a:r>
              <a:rPr lang="en"/>
              <a:t> chunks of each file (air quality and weather)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Second pass merges sorted chunks to create one sorted csv, engineered features are added during this pass as well. During this pass cardinality and variance of each column is computed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Optional third pass to apply cardinality or variance filter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Distances from facilities and roads are calculated once for each zip code (in between first and second pass of merge-join), stored in a buffer to avoid recomputing distances for each row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log saving which files are used, runtime, number of reads and writes, which feature are deleted/created, cardinality and variance of each feature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and Output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is data from data collection, plus road and shape data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data.gov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data volume: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27.2MB from data collection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78.9MB from </a:t>
            </a:r>
            <a:r>
              <a:rPr lang="en" u="sng">
                <a:solidFill>
                  <a:schemeClr val="hlink"/>
                </a:solidFill>
                <a:hlinkClick r:id="rId4"/>
              </a:rPr>
              <a:t>data.gov</a:t>
            </a:r>
            <a:r>
              <a:rPr lang="en"/>
              <a:t> (road and texas zip code shape data)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is a single csv containing engineered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data volume 229.9MB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182.1MB for training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47.8MB for validation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How Spatial Impact Score is Calculated</a:t>
            </a:r>
            <a:endParaRPr sz="22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Finds roads and facilities in radius from the zip code (this is done during distance calculation between first and second pass)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During second pass: for each row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zip code find nearby facilities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wind vector based on wind direction and speed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</a:t>
            </a:r>
            <a:r>
              <a:rPr lang="en"/>
              <a:t>10 and w100 are weights to determine how</a:t>
            </a:r>
            <a:br>
              <a:rPr lang="en"/>
            </a:br>
            <a:r>
              <a:rPr lang="en"/>
              <a:t>m</a:t>
            </a:r>
            <a:r>
              <a:rPr lang="en"/>
              <a:t>uch of 10m vs 100m features are 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wind vectors onto basis vector in direction of </a:t>
            </a:r>
            <a:br>
              <a:rPr lang="en"/>
            </a:br>
            <a:r>
              <a:rPr lang="en"/>
              <a:t>road/facility to zip code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Scalar projections are put into Relu function (this makes it so facilities and roads which are downwind do not impact spatial impact score)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 this value to score multiplied by decay value</a:t>
            </a:r>
            <a:br>
              <a:rPr lang="en"/>
            </a:br>
            <a:r>
              <a:rPr lang="en"/>
              <a:t>(Decay value is tracking how far away the facility is)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Snippets for Impact Score Calculation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wind vector -----------------&gt;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Adding projected values * decay value to </a:t>
            </a:r>
            <a:br>
              <a:rPr lang="en"/>
            </a:br>
            <a:r>
              <a:rPr lang="en"/>
              <a:t>r</a:t>
            </a:r>
            <a:r>
              <a:rPr lang="en"/>
              <a:t>elevant score--------&gt;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451" y="2792575"/>
            <a:ext cx="6305401" cy="23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7669" y="1251025"/>
            <a:ext cx="3386326" cy="13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Limitations (optional if you want to </a:t>
            </a:r>
            <a:r>
              <a:rPr lang="en"/>
              <a:t>include</a:t>
            </a:r>
            <a:r>
              <a:rPr lang="en"/>
              <a:t>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The data we worked with was not big enough, which dissuaded me from removing columns or rows to aggressively so we would have enough data to train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While neural network training is very simple in python, creating memory-aware algorithms is as straightforward as in c++ with the easiest option being to simulate not having all data in main memory since it is the interpreters choice to either load it all or not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 (again… optional)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 management in python is hard due to limited control of the interpreter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Removing redundant features is not as simple as a cardinality or variance filter due to things like </a:t>
            </a:r>
            <a:r>
              <a:rPr lang="en"/>
              <a:t>covariance</a:t>
            </a:r>
            <a:r>
              <a:rPr lang="en"/>
              <a:t> and features which have low variance/cardinality but otherwise increase predictive capability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predicting future air quality, LSTMs are not always the best model, and many ML models can be very competitive.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
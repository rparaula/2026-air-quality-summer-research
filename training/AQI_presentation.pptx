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6f73a04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6f73a04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73a04f_0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73a04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8f98efd73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8f98efd73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8f98efd73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8f98efd73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8f98efd73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8f98efd73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8f98efd73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8f98efd73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8f98efd73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8f98efd73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8f98efd73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8f98efd73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8f98efd73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8f98efd73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471900" y="459575"/>
            <a:ext cx="82221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Challenges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460950" y="1235975"/>
            <a:ext cx="8222100" cy="32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Challenges: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Sensor data alone may not capture enough temporal behavior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→ </a:t>
            </a:r>
            <a:r>
              <a:rPr lang="en" sz="1800"/>
              <a:t>Need lag features to incorporate historical context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Raw features are not </a:t>
            </a:r>
            <a:r>
              <a:rPr lang="en"/>
              <a:t>directly usable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Zip code → categorical (no numerical meaning)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Time/day → not inherently cyclical (23 should be close to 0)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External context (roads, factories):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Raw data has no inherent numerical meaning</a:t>
            </a:r>
            <a:br>
              <a:rPr lang="en" sz="1800"/>
            </a:br>
            <a:r>
              <a:rPr lang="en" sz="1800"/>
              <a:t> → Requires feature engineering to quantify impact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 dimensionality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Engineering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201300" y="1017725"/>
            <a:ext cx="4732800" cy="6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309" lvl="0" marL="457200" rtl="0" algn="l">
              <a:spcBef>
                <a:spcPts val="0"/>
              </a:spcBef>
              <a:spcAft>
                <a:spcPts val="0"/>
              </a:spcAft>
              <a:buSzPts val="1303"/>
              <a:buChar char="●"/>
            </a:pPr>
            <a:r>
              <a:rPr lang="en" sz="1303"/>
              <a:t>Add lag features to incorporate </a:t>
            </a:r>
            <a:r>
              <a:rPr lang="en" sz="1303"/>
              <a:t>explicit historical context</a:t>
            </a:r>
            <a:endParaRPr sz="1303"/>
          </a:p>
          <a:p>
            <a:pPr indent="-311309" lvl="0" marL="457200" rtl="0" algn="l">
              <a:spcBef>
                <a:spcPts val="0"/>
              </a:spcBef>
              <a:spcAft>
                <a:spcPts val="0"/>
              </a:spcAft>
              <a:buSzPts val="1303"/>
              <a:buChar char="●"/>
            </a:pPr>
            <a:r>
              <a:rPr lang="en" sz="1303"/>
              <a:t>Utilize sin/cos to capture the cyclic nature of time</a:t>
            </a:r>
            <a:endParaRPr sz="1303"/>
          </a:p>
        </p:txBody>
      </p:sp>
      <p:sp>
        <p:nvSpPr>
          <p:cNvPr id="67" name="Google Shape;67;p15"/>
          <p:cNvSpPr txBox="1"/>
          <p:nvPr>
            <p:ph idx="2" type="body"/>
          </p:nvPr>
        </p:nvSpPr>
        <p:spPr>
          <a:xfrm>
            <a:off x="201300" y="1695450"/>
            <a:ext cx="4641300" cy="3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Finds roads and facilities in radius from the zip code</a:t>
            </a:r>
            <a:endParaRPr sz="1300"/>
          </a:p>
          <a:p>
            <a:pPr indent="-3111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During second pass: for each row</a:t>
            </a:r>
            <a:endParaRPr sz="1300"/>
          </a:p>
          <a:p>
            <a:pPr indent="-3111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Based on zip code find nearby facilities</a:t>
            </a:r>
            <a:endParaRPr sz="1300"/>
          </a:p>
          <a:p>
            <a:pPr indent="-3111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Compute wind vector based on wind direction and speed</a:t>
            </a:r>
            <a:endParaRPr sz="1300"/>
          </a:p>
          <a:p>
            <a:pPr indent="-31115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w10 and w100 are weights to determine how much of 10m vs 100m features are used</a:t>
            </a:r>
            <a:endParaRPr sz="1300"/>
          </a:p>
          <a:p>
            <a:pPr indent="-3111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Project wind vectors onto basis vector in direction of road/facility to zip code</a:t>
            </a:r>
            <a:endParaRPr sz="1300"/>
          </a:p>
          <a:p>
            <a:pPr indent="-31115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Scalar projections are put into Relu function (this makes it so facilities and roads which are downwind do not impact spatial impact score)</a:t>
            </a:r>
            <a:endParaRPr sz="1300"/>
          </a:p>
          <a:p>
            <a:pPr indent="-31115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Add this value to score multiplied by decay value (Decay value is tracking how far away the facility is)</a:t>
            </a:r>
            <a:endParaRPr sz="1300"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0833" y="1150175"/>
            <a:ext cx="3658328" cy="412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1125" y="2012000"/>
            <a:ext cx="2897755" cy="11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42600" y="3337775"/>
            <a:ext cx="4114800" cy="141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7028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65"/>
              <a:buChar char="●"/>
            </a:pPr>
            <a:r>
              <a:rPr lang="en" sz="1865"/>
              <a:t>Hypothesis: Combining an Autoencoder (AE) for feature compression with an LSTM for temporal modeling will improve AQI prediction accuracy.</a:t>
            </a:r>
            <a:endParaRPr sz="1865"/>
          </a:p>
          <a:p>
            <a:pPr indent="-347028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65"/>
              <a:buChar char="○"/>
            </a:pPr>
            <a:r>
              <a:rPr lang="en" sz="1865"/>
              <a:t>Autoencoder → compress sensor data and preserve important structure</a:t>
            </a:r>
            <a:endParaRPr sz="1865"/>
          </a:p>
          <a:p>
            <a:pPr indent="-347027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65"/>
              <a:buChar char="■"/>
            </a:pPr>
            <a:r>
              <a:rPr lang="en" sz="1865"/>
              <a:t>Why use AE?</a:t>
            </a:r>
            <a:endParaRPr sz="1865"/>
          </a:p>
          <a:p>
            <a:pPr indent="-347027" lvl="3" marL="18288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65"/>
              <a:buChar char="●"/>
            </a:pPr>
            <a:r>
              <a:rPr lang="en" sz="1865"/>
              <a:t>Capture nonlinear patterns</a:t>
            </a:r>
            <a:endParaRPr sz="1865"/>
          </a:p>
          <a:p>
            <a:pPr indent="-347027" lvl="3" marL="18288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65"/>
              <a:buChar char="●"/>
            </a:pPr>
            <a:r>
              <a:rPr lang="en" sz="1865"/>
              <a:t>Lower-dimensional latent representation</a:t>
            </a:r>
            <a:endParaRPr sz="1865"/>
          </a:p>
          <a:p>
            <a:pPr indent="-347027" lvl="3" marL="18288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65"/>
              <a:buChar char="●"/>
            </a:pPr>
            <a:r>
              <a:rPr lang="en" sz="1865"/>
              <a:t>Better generalization → helps reduce overfitting</a:t>
            </a:r>
            <a:endParaRPr sz="1865"/>
          </a:p>
          <a:p>
            <a:pPr indent="-347028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65"/>
              <a:buChar char="○"/>
            </a:pPr>
            <a:r>
              <a:rPr lang="en" sz="1865"/>
              <a:t>LSTM → captures temporal dependencies</a:t>
            </a:r>
            <a:endParaRPr sz="1865"/>
          </a:p>
          <a:p>
            <a:pPr indent="-347027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65"/>
              <a:buChar char="■"/>
            </a:pPr>
            <a:r>
              <a:rPr lang="en" sz="1865"/>
              <a:t>Why use LSTM?</a:t>
            </a:r>
            <a:endParaRPr sz="1865"/>
          </a:p>
          <a:p>
            <a:pPr indent="-347027" lvl="3" marL="18288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65"/>
              <a:buChar char="●"/>
            </a:pPr>
            <a:r>
              <a:rPr lang="en" sz="1865"/>
              <a:t>Captures long and short term dependencies</a:t>
            </a:r>
            <a:endParaRPr sz="1865"/>
          </a:p>
          <a:p>
            <a:pPr indent="-347027" lvl="3" marL="18288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65"/>
              <a:buChar char="●"/>
            </a:pPr>
            <a:r>
              <a:rPr lang="en" sz="1865"/>
              <a:t>Learn sequential patterns</a:t>
            </a:r>
            <a:endParaRPr sz="1865"/>
          </a:p>
          <a:p>
            <a:pPr indent="-347028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65"/>
              <a:buChar char="○"/>
            </a:pPr>
            <a:r>
              <a:rPr lang="en" sz="1865"/>
              <a:t>Combine AE + LSTM → should improve AQI prediction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Challenges (AE + LSTM)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Feature Selection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Which feature to compress in AE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AE capturing important patterns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Can only tell </a:t>
            </a:r>
            <a:r>
              <a:rPr lang="en"/>
              <a:t>downstream</a:t>
            </a:r>
            <a:r>
              <a:rPr lang="en"/>
              <a:t> if the AE is performing well (if the LSTM performed well)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Scaling Consistency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Which scaling method to use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Which features to scale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Data Leakage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No random selection of sequences for train/val split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Must ensure scaling is ont on validation data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Dimensionality Reduction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Once lag features added → dimensionality exploded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Model Complexity (LSTM)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Model too simple → Model too complex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Maintaining temporal and spatial consistency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Grouping by zip code then sorting by time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1 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3972300" cy="38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Results:</a:t>
            </a:r>
            <a:endParaRPr/>
          </a:p>
          <a:p>
            <a:pPr indent="-29749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For our AE, we can see that PCA and SVD had better results early on in our project</a:t>
            </a:r>
            <a:endParaRPr/>
          </a:p>
          <a:p>
            <a:pPr indent="-29749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For our LSTM, our model was underfitting tremendously and predicting the mean instead of learning patterns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Issues:</a:t>
            </a:r>
            <a:endParaRPr/>
          </a:p>
          <a:p>
            <a:pPr indent="-29749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AE:</a:t>
            </a:r>
            <a:endParaRPr/>
          </a:p>
          <a:p>
            <a:pPr indent="-297498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Suboptimal scaling method used (MinMax)</a:t>
            </a:r>
            <a:endParaRPr/>
          </a:p>
          <a:p>
            <a:pPr indent="-297498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Using a linear AE, not nonlinear (did not use activation function)</a:t>
            </a:r>
            <a:endParaRPr/>
          </a:p>
          <a:p>
            <a:pPr indent="-297498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Latent space was too high-D</a:t>
            </a:r>
            <a:endParaRPr/>
          </a:p>
          <a:p>
            <a:pPr indent="-29749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LSTM</a:t>
            </a:r>
            <a:endParaRPr/>
          </a:p>
          <a:p>
            <a:pPr indent="-297498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No lag features</a:t>
            </a:r>
            <a:endParaRPr/>
          </a:p>
          <a:p>
            <a:pPr indent="-297498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Very simple model (1 layer, &lt;64 cells)</a:t>
            </a:r>
            <a:endParaRPr/>
          </a:p>
          <a:p>
            <a:pPr indent="-297498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Incorrect feature selection for compression (should not have compressed cyclic features)</a:t>
            </a:r>
            <a:endParaRPr/>
          </a:p>
          <a:p>
            <a:pPr indent="-297498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Early issue of not grouping by zip code (breaks temporal and spatial structure of data)</a:t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950" y="1152475"/>
            <a:ext cx="4548349" cy="1705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946" y="3290373"/>
            <a:ext cx="4548355" cy="166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2 - Iteration 1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50319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With a fully defined dataset, including finalized sensor selection, feature engineering strategy, and lag feature design, we could now focus on improving the models</a:t>
            </a:r>
            <a:endParaRPr/>
          </a:p>
          <a:p>
            <a:pPr indent="-29749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Dimensionality exploded to ~192 features (&lt;40 before)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Early on the iteration we tried to compress all 192 features in the AE, but our ending results were abysmal</a:t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8500" y="634900"/>
            <a:ext cx="3563800" cy="245445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311700" y="2706525"/>
            <a:ext cx="8520600" cy="23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 Improvements:</a:t>
            </a:r>
            <a:endParaRPr sz="16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 sz="1200">
                <a:solidFill>
                  <a:schemeClr val="dk2"/>
                </a:solidFill>
              </a:rPr>
              <a:t>Increased LSTM model complexity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 sz="1200">
                <a:solidFill>
                  <a:schemeClr val="dk2"/>
                </a:solidFill>
              </a:rPr>
              <a:t>Ensured proper temporal/spatial structure using groupby(), sort(), and not shuffling the train/test split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 sz="1200">
                <a:solidFill>
                  <a:schemeClr val="dk2"/>
                </a:solidFill>
              </a:rPr>
              <a:t>Removed train/val/test split → only train/val</a:t>
            </a:r>
            <a:endParaRPr sz="12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Issues:</a:t>
            </a:r>
            <a:endParaRPr sz="16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 sz="1200">
                <a:solidFill>
                  <a:schemeClr val="dk2"/>
                </a:solidFill>
              </a:rPr>
              <a:t>Still using MinMax scaling for AE and incorrect AE selected features (raw sensor + cyclic + binary)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 sz="1200">
                <a:solidFill>
                  <a:schemeClr val="dk2"/>
                </a:solidFill>
              </a:rPr>
              <a:t>24 hour lags for 6 features → LSTM dominated by lag features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 sz="1200">
                <a:solidFill>
                  <a:schemeClr val="dk2"/>
                </a:solidFill>
              </a:rPr>
              <a:t>Latent space too large (22 dim)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 sz="1200">
                <a:solidFill>
                  <a:schemeClr val="dk2"/>
                </a:solidFill>
              </a:rPr>
              <a:t>Lag features remained unscaled → AE was scaled, so LSTM priortized lag features even more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 sz="1200">
                <a:solidFill>
                  <a:schemeClr val="dk2"/>
                </a:solidFill>
              </a:rPr>
              <a:t>LSTM model size was huge (512 cells and 3 layers)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2 - Iteration 2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Improvements: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AE uses StandardScaler</a:t>
            </a:r>
            <a:endParaRPr/>
          </a:p>
          <a:p>
            <a:pPr indent="-290830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Can see better reconstruction vs MinMax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Removed binary feature in compression</a:t>
            </a:r>
            <a:endParaRPr/>
          </a:p>
          <a:p>
            <a:pPr indent="-290830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Feature</a:t>
            </a:r>
            <a:r>
              <a:rPr lang="en"/>
              <a:t> was already engineered and scaled to directly capture meaningful patterns for the LSTM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Smaller latent space representation (22 → 16)</a:t>
            </a:r>
            <a:endParaRPr/>
          </a:p>
          <a:p>
            <a:pPr indent="-290830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Outperformed PCA &amp; SVD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Removed 2 lag features from training (wind direction sin/cos)</a:t>
            </a:r>
            <a:endParaRPr/>
          </a:p>
          <a:p>
            <a:pPr indent="-290830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Low contribution to AQI prediction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Lag features scaled using same scaler as AE input</a:t>
            </a:r>
            <a:endParaRPr/>
          </a:p>
          <a:p>
            <a:pPr indent="-290830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No longer dominate due to magnitude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LSTM input size (166 → 113)</a:t>
            </a:r>
            <a:endParaRPr/>
          </a:p>
          <a:p>
            <a:pPr indent="-290830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Reduced dimensionality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Issues: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Very complicated to use same scaler to scale lag features as input features while also preventing data leakage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LSTM model size is still huge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AE feature selection can be improved</a:t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2625" y="168950"/>
            <a:ext cx="2030498" cy="140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6117" y="1577951"/>
            <a:ext cx="2816759" cy="168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92625" y="3271825"/>
            <a:ext cx="2908526" cy="1687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2 - Iteration 3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152475"/>
            <a:ext cx="4945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Improvements: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Removed wind speed lag feature</a:t>
            </a:r>
            <a:endParaRPr/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Removed due to low predictive contribution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Reduced lag windows for PM2.5 and Ozone</a:t>
            </a:r>
            <a:endParaRPr/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To 8 hours only</a:t>
            </a:r>
            <a:endParaRPr/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Removes redundant long-range dependencies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LSTM input dimension 113 → 57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Issues: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Tried to reduce AQI lag feature as well, but resulted in a poor performing model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LSTM model size is huge still (3 layers, 512 cells)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AE feature selection can be improved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Highly correlated sensor features still used</a:t>
            </a:r>
            <a:endParaRPr/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7500" y="1247225"/>
            <a:ext cx="3824125" cy="26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Model</a:t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152475"/>
            <a:ext cx="438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Improvements: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Finally removed highly correlated features, low predictive features, and low variable features</a:t>
            </a:r>
            <a:endParaRPr/>
          </a:p>
          <a:p>
            <a:pPr indent="-304165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With recommendations from team we were able to narrow down features even more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Removed cyclic features from AE compression</a:t>
            </a:r>
            <a:endParaRPr/>
          </a:p>
          <a:p>
            <a:pPr indent="-304165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Feature was already engineered and scaled to directly capture meaningful patterns for the LSTM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Reduced latent space dimension (16 → 8)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Changed activation function for AE to LeakyReLU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Reduced size of LSTM model </a:t>
            </a:r>
            <a:endParaRPr/>
          </a:p>
          <a:p>
            <a:pPr indent="-304165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From 3 layers of 512 cells → 1 layer of 96 cells</a:t>
            </a:r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2900" y="344150"/>
            <a:ext cx="3769096" cy="224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5475" y="2817675"/>
            <a:ext cx="3617442" cy="224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